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карта доклада, пока почти пустая. Двенадцать шагов, под каждым две строки: что на этом шаге у A и что у B. Сейчас горит только первый шаг — наши две функции и два числа. Обещаю две вещи: сначала пойдём вправо, вслед за вызовами функции, и дойдём до числа на сервере; потом вернёмся к тому,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 — форма объекта: у A одна, у B восемь. С этого шага строки A и B на карте больше не совпадут ни разу.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0.93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в пять с лишним раз. И чтений в сервисе много, а сборка одна. Значит, главное расхождение — не там, где объект собирают, а там, где его читают.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— около трёх раз, от 2.7 до 3.4 в зависимости от версии Node.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это третий шаг — место чтения: у A — MONO, у B — MEGA. И в шапке справа заполнилась вторая строка.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Примерно с восьмого вызова движок заводит функции записи мест чтения. Дальше — Sparkplug: простой компилятор, байткод в машинный код за один проход, без оптимизаций. Потом Maglev, первый оптимизирующий. И TurboFan. Правило простое: чем чаще функцию вызывают, тем более серьёзный компилятор за неё берётся. Вызвали десятки раз — Sparkplug, сотни — Maglev, тысячи — TurboFan. Точные числа не важны, важно одно: функция, которую сервис зовёт на каждый запрос, окажется наверху в первые же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И сразу вопрос, который вы хотите задать: если TurboFan настолько быстрее — почему не компилировать им всё и сразу? Две причины, обе я замерил. Первая — цена. Скомпилировать одну нашу маленькую функцию Maglev — шесть десятых миллисекунды, TurboFan — две с половиной; за это время интерпретатор успел бы вызвать её тысячи раз. А почти весь код исполняется считаные разы. Я запустил npm --version: из шестисот шестидесяти функций до Maglev дошли пятнадцать, до TurboFan — одна. Заставил движок компилировать TurboFan всё подряд — старт стал вдвое дольше: тридцать четыре миллисекунды против семидесяти семи. Вторая причина важнее: TurboFan быстрый не сам по себе, а потому что ставит на то, что видел. На первом вызове он не видел ничего — ставить не на что. Поэтому и «прогреть на старте» движок не может: он не знает, какие данные к вам придут. Лестница — это не медлительность, это сбор наблюдений. Подчеркну: это одна функция на разных ярусах, не A против B.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ячейках.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три с половиной миллисекунды, у B занимает одиннадцать. Размер батча ни при чём: 500 и 5000 дают одни и те же проценты. Ручка одна — число чтений. Доля парсинга падает с двух третей запроса у A при одном проходе до десяти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1.3–1.6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мы дошли до шестого шага — сервер: 2302 против 1180. В шапке справа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возвращаемся назад — к тому, что было до первого вызова: откуда вообще взялся текст функции. В шапке справа с первой минуты висит пустая строка «автор».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На экране запись одной такой генерации: тикет, ответ агента, прибор. А мы посмотрим сразу на тридцать.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Та генерация с записи — она такая же: восемь форм, MEGA, литерал плюс три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В шапке справа появился автор B — агент без правил, тридцать из тридцати.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это восьмой шаг — корпус: живое и мёртвое лежат рядом.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назад, к автору текста, мы дошли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одна страница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Четыре правила туда помещаются — это меньше, чем правила про отступы, которые там уже лежат. И в шапке справа закрылся последний знак вопроса: автор A — тот же агент, с файлом правил, тридцать из тридцати.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На ней две развилки, и обе сходятся в одном месте — в файле с функцией. Первую развилку задаёт форма при сборке объекта: одна форма — быстрый путь на любом ярусе и в любой версии, восемь — общий путь через словарь. Вторую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Одного шага на карте нет — билдера.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сместилась: раньше человек писал функцию, теперь он пишет файл перед агентом и проверяет форму после. Там, где человек сделал обе половины,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Верхняя строка, A. Одна форма при сборке — место чтения MONO — ставка сыграла, быстрый путь вшит — 2302 запросов в секунду — автор: агент с файлом правил. Нижняя строка,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сразу TurboFan?: Две причины. Цена: компиляция нашей маленькой функции — Maglev 0.6 мс, TurboFan 2.5 мс, а почти весь код исполняется считаные разы: при старте npm из 662 функций до TurboFan дошла одна; заставить компилировать всё сразу (--always-turbofan) — старт 34 → 77 мс. И главное: TurboFan быстрый, потому что ставит на увиденное, а на первом вызове он ничего не видел.</a:t>
            </a:r>
          </a:p>
          <a:p/>
          <a:p>
            <a:r>
              <a:t>почему V8 не греет на старте?: Нечем: движок не знает, какие данные придут, а разогрев — это прогон кода на настоящих входах. Оптимизированный код между запусками не сохраняется — он привязан к формам, увиденным в этом процессе; кэшируется только байткод.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 (без фоновой компиляции — 511 и ~10 600, это номиналы). С циклом по 200 объектам внутри — ~60 и ~1500. По времени одинаково: первые 2–5 миллисекунд горячей работы.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чем чаще вызывают функцию, тем серьёзнее компилятор · функция, которую зовут на каждый запрос, окажется наверху в первые миллисекунды работы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12344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117336" y="1254556"/>
            <a:ext cx="3099815" cy="11027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одна функция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07608" y="2560320"/>
            <a:ext cx="3319272" cy="64008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099048" y="2615184"/>
            <a:ext cx="3136391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3291840"/>
            <a:ext cx="3319272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17336" y="3357676"/>
            <a:ext cx="309981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компиляция функции: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Maglev </a:t>
            </a:r>
            <a:r>
              <a:rPr sz="1250" b="0">
                <a:solidFill>
                  <a:srgbClr val="1E5B28"/>
                </a:solidFill>
                <a:latin typeface="X5 Sans Medium"/>
              </a:rPr>
              <a:t>0.6 мс</a:t>
            </a:r>
            <a:r>
              <a:rPr sz="1250" b="0">
                <a:solidFill>
                  <a:srgbClr val="1E5B28"/>
                </a:solidFill>
                <a:latin typeface="X5 Sans"/>
              </a:rPr>
              <a:t> · TurboFan </a:t>
            </a:r>
            <a:r>
              <a:rPr sz="1250" b="0">
                <a:solidFill>
                  <a:srgbClr val="1E5B28"/>
                </a:solidFill>
                <a:latin typeface="X5 Sans Medium"/>
              </a:rPr>
              <a:t>2.5 мс</a:t>
            </a:r>
          </a:p>
        </p:txBody>
      </p:sp>
      <p:sp>
        <p:nvSpPr>
          <p:cNvPr id="107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389120"/>
            <a:ext cx="3319272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9" name="TextBox 1108"/>
          <p:cNvSpPr txBox="1"/>
          <p:nvPr/>
        </p:nvSpPr>
        <p:spPr>
          <a:xfrm>
            <a:off x="6117336" y="4454956"/>
            <a:ext cx="309981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Menlo"/>
              </a:rPr>
              <a:t>npm --version</a:t>
            </a:r>
            <a:r>
              <a:rPr sz="1250" b="0">
                <a:solidFill>
                  <a:srgbClr val="1E5B28"/>
                </a:solidFill>
                <a:latin typeface="X5 Sans"/>
              </a:rPr>
              <a:t>: из 662 функций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25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7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86400"/>
            <a:ext cx="9217152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TextBox 1109"/>
          <p:cNvSpPr txBox="1"/>
          <p:nvPr/>
        </p:nvSpPr>
        <p:spPr>
          <a:xfrm>
            <a:off x="219456" y="5552236"/>
            <a:ext cx="8997696" cy="691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0">
                <a:solidFill>
                  <a:srgbClr val="1E5B28"/>
                </a:solidFill>
                <a:latin typeface="X5 Sans"/>
              </a:rPr>
              <a:t>всё сразу в TurboFan — старт </a:t>
            </a:r>
            <a:r>
              <a:rPr sz="1350" b="0">
                <a:solidFill>
                  <a:srgbClr val="1E5B28"/>
                </a:solidFill>
                <a:latin typeface="X5 Sans Medium"/>
              </a:rPr>
              <a:t>34 → 77 мс</a:t>
            </a:r>
            <a:r>
              <a:rPr sz="1350" b="0">
                <a:solidFill>
                  <a:srgbClr val="1E5B28"/>
                </a:solidFill>
                <a:latin typeface="X5 Sans"/>
              </a:rPr>
              <a:t> · и ставить на первом вызове не на что: наблюдений ещё нет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9" name="Connector 109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3" name="TextBox 1112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TextBox 1113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Oval 11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5" name="Rounded Rectangle 1124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TextBox 1125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TextBox 1127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9" name="TextBox 1128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4" name="Oval 1133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Rounded Rectangle 1134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TextBox 1135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8" name="Rounded Rectangle 1137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Rounded Rectangle 1140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TextBox 1141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3" name="Connector 1142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4" name="TextBox 1143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6" name="Rounded Rectangle 1145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TextBox 1149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9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TextBox 11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1" name="Connector 11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2" name="Oval 111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TextBox 110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9" name="Connector 11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0" name="Oval 11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3" name="TextBox 1132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5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8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9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TextBox 1109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TextBox 111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4" name="Rounded Rectangle 112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TextBox 11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9" name="Connector 11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Oval 11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TextBox 11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4" name="Chart 1143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6" name="Connector 113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7" name="Oval 113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50" name="Chart 1149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4" name="Rounded Rectangle 1153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TextBox 1157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TextBox 11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9" name="Rounded Rectangle 113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5" name="Oval 114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9" name="TextBox 1158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0" name="TextBox 1159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TextBox 1160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2" name="TextBox 1141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3" name="TextBox 1142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TextBox 11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8" name="Rounded Rectangle 11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TextBox 11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3" name="Connector 11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4" name="Oval 11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TextBox 11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7" name="Rounded Rectangle 1176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TextBox 1180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TextBox 115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TextBox 116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7" name="Rounded Rectangle 116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TextBox 116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2" name="Connector 117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Oval 117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TextBox 118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6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8" name="TextBox 1187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9" name="TextBox 1188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TextBox 116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71" name="TextBox 117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TextBox 117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4" name="TextBox 117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6" name="Rounded Rectangle 117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TextBox 117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81" name="Connector 118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TextBox 119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7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0" name="TextBox 1199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4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1" name="TextBox 1200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3" name="Connector 119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4" name="Oval 119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TextBox 120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9" name="TextBox 1208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10" name="TextBox 1209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в шапке: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9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90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TextBox 1190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TextBox 11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9" name="TextBox 119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8" name="Connector 120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9" name="Oval 120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TextBox 122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20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5" name="TextBox 1224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2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TextBox 1227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0" name="TextBox 121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2" name="Connector 122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3" name="Oval 122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TextBox 123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6" name="Rounded Rectangle 1235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TextBox 1239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1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2" name="TextBox 1241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20" name="TextBox 12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3" name="TextBox 12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6" name="TextBox 12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TextBox 122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2" name="Connector 123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3" name="Oval 123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TextBox 124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2" name="TextBox 1251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8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3" name="TextBox 1252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3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8" name="Connector 124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9" name="Oval 124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TextBox 126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2" name="Rounded Rectangle 1261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TextBox 1265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TextBox 12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6" name="Connector 125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Oval 126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TextBox 126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5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5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TextBox 1276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70" name="Connector 12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1" name="Oval 12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TextBox 12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6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6" name="TextBox 1285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9" name="TextBox 1288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0" name="TextBox 1289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5" name="Connector 1284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TextBox 1297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9" name="Connector 1298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0" name="TextBox 1299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301" name="Rounded Rectangle 1300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TextBox 1301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3" name="Connector 1302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4" name="TextBox 1303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5" name="Rounded Rectangle 1304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TextBox 1305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7" name="Connector 1306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8" name="TextBox 1307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309" name="Rounded Rectangle 1308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TextBox 1309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11" name="Connector 1310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2" name="TextBox 1311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313" name="Rounded Rectangle 1312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TextBox 1313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6" name="TextBox 1315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317" name="Connector 1316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 1317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9" name="Connector 1318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TextBox 1319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21" name="Connector 1320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 1321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3" name="Connector 1322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4" name="TextBox 1323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чем чаще вызывают функцию, тем серьёзнее компилятор · функция, которую зовут на каждый запрос, окажется наверху в первые миллисекунды работы</a:t>
            </a:r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5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8" name="TextBox 1327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Box 127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TextBox 128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4" name="TextBox 128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TextBox 12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TextBox 129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6" name="Connector 129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7" name="Oval 129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TextBox 130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10" name="Rounded Rectangle 1309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TextBox 1313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6" name="Chart 1315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0" name="TextBox 1319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6" name="Connector 13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7" name="Oval 13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Oval 13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8" name="Oval 13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9" name="TextBox 13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30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30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TextBox 130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1" name="Connector 132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Oval 132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TextBox 133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5" name="Connector 1334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6" name="Rounded Rectangle 1335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8" name="Rounded Rectangle 1337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40" name="Oval 1339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TextBox 1340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TextBox 1346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9" name="Oval 1348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TextBox 1349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51" name="TextBox 1350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5" name="Rounded Rectangle 1354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TextBox 1355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7" name="TextBox 1356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8" name="Oval 1357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TextBox 1358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60" name="TextBox 1359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4" name="Rounded Rectangle 1363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5" name="TextBox 1364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6" name="TextBox 1365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7" name="Diamond 1366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Oval 1367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9" name="TextBox 1368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Rounded Rectangle 1373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5" name="TextBox 1374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7" name="Oval 1376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3" name="Rounded Rectangle 1382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4" name="TextBox 1383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6" name="Diamond 1385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Oval 1386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8" name="TextBox 1387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3" name="Rounded Rectangle 1392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4" name="TextBox 1393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5" name="TextBox 1394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6" name="Oval 1395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7" name="TextBox 1396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8" name="TextBox 1397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2" name="Rounded Rectangle 1401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3" name="TextBox 1402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5" name="Oval 1404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11" name="Rounded Rectangle 1410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2" name="TextBox 1411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4" name="Diamond 1413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Oval 1414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6" name="TextBox 1415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21" name="Rounded Rectangle 1420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2" name="TextBox 1421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4" name="Oval 1423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Rounded Rectangle 1429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1" name="TextBox 1430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3" name="Oval 1432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Oval 1433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5" name="TextBox 1434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40" name="Rounded Rectangle 1439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1" name="TextBox 1440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3" name="Oval 1442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4" name="TextBox 1443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9" name="Rounded Rectangle 1448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0" name="TextBox 1449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1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3" name="TextBox 1452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4" name="TextBox 1453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TextBox 1454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9" name="TextBox 132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1" name="Connector 133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2" name="Oval 133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TextBox 1347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9" name="TextBox 13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TextBox 13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2" name="TextBox 13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41" name="Connector 134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2" name="Oval 134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TextBox 1358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60" name="TextBox 1359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TextBox 134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TextBox 135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2" name="Connector 135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3" name="Oval 135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Oval 136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4" name="Oval 1363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5" name="TextBox 136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8" name="TextBox 1367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70" name="Connector 1369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1" name="Rounded Rectangle 1370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3" name="Rounded Rectangle 1372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5" name="Oval 1374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4" name="Oval 1383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TextBox 1384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90" name="Rounded Rectangle 1389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1" name="TextBox 1390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3" name="Oval 1392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4" name="TextBox 1393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5" name="TextBox 1394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9" name="Rounded Rectangle 1398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0" name="TextBox 1399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2" name="Diamond 1401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3" name="Oval 1402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2" name="Oval 1411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TextBox 1412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8" name="Rounded Rectangle 1417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9" name="TextBox 1418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21" name="Diamond 1420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2" name="Oval 1421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31" name="Oval 1430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TextBox 1431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7" name="Rounded Rectangle 1436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8" name="TextBox 1437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40" name="Oval 1439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1" name="TextBox 1440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6" name="Rounded Rectangle 1445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7" name="TextBox 1446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9" name="Diamond 1448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0" name="Oval 1449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1" name="TextBox 1450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2" name="TextBox 1451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3" name="TextBox 1452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6" name="Rounded Rectangle 1455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7" name="TextBox 1456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8" name="TextBox 1457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9" name="Oval 1458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0" name="TextBox 1459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2" name="TextBox 1461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Rounded Rectangle 1464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6" name="TextBox 1465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8" name="Oval 1467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9" name="TextBox 1468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71" name="TextBox 1470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4" name="Rounded Rectangle 1473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5" name="TextBox 1474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7" name="Oval 1476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8" name="Oval 1477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9" name="TextBox 1478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4" name="Rounded Rectangle 1483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5" name="TextBox 1484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7" name="TextBox 1486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8" name="Rounded Rectangle 1347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9" name="Picture 134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80160"/>
            <a:ext cx="2157984" cy="21488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TextBox 1347"/>
          <p:cNvSpPr txBox="1"/>
          <p:nvPr/>
        </p:nvSpPr>
        <p:spPr>
          <a:xfrm>
            <a:off x="566928" y="136245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34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80160"/>
            <a:ext cx="2157984" cy="21488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2852927" y="136245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80160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5138928" y="136245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80160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7424927" y="136245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80160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9710928" y="136245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566928" y="369417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5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611879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4" name="TextBox 1353"/>
          <p:cNvSpPr txBox="1"/>
          <p:nvPr/>
        </p:nvSpPr>
        <p:spPr>
          <a:xfrm>
            <a:off x="2852927" y="369417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5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611879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5" name="TextBox 1354"/>
          <p:cNvSpPr txBox="1"/>
          <p:nvPr/>
        </p:nvSpPr>
        <p:spPr>
          <a:xfrm>
            <a:off x="5138928" y="369417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611879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6" name="TextBox 1355"/>
          <p:cNvSpPr txBox="1"/>
          <p:nvPr/>
        </p:nvSpPr>
        <p:spPr>
          <a:xfrm>
            <a:off x="7424927" y="369417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611879"/>
            <a:ext cx="2157984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7" name="TextBox 1356"/>
          <p:cNvSpPr txBox="1"/>
          <p:nvPr/>
        </p:nvSpPr>
        <p:spPr>
          <a:xfrm>
            <a:off x="9710928" y="3694176"/>
            <a:ext cx="1883664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