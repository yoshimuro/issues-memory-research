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карта доклада, пока почти пустая. Двенадцать шагов, под каждым две строки: что на этом шаге у A и что у B. Сейчас горит только первый шаг — наши две функции и два числа. Обещаю две вещи: сначала пойдём вправо, вслед за вызовами функции, и дойдём до числа на сервере; потом вернёмся к тому,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 — форма объекта: у A одна, у B восемь. С этого шага строки A и B на карте больше не совпадут ни разу.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0.93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в пять с лишним раз. И чтений в сервисе много, а сборка одна. Значит, главное расхождение — не там, где объект собирают, а там, где его читают.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— около трёх раз, от 2.7 до 3.4 в зависимости от версии Node.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это третий шаг — место чтения: у A — MONO, у B — MEGA. И в шапке справа заполнилась вторая строка.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Примерно с восьмого вызова движок заводит функции записи мест чтения. Дальше — Sparkplug: простой компилятор, байткод в машинный код за один проход, без оптимизаций. Потом Maglev, первый оптимизирующий. И TurboFan. Когда именно? Движок считает вызовы — и витки циклов внутри функции. Размер функции ни при чём: я мерил функцию в пять строк и функцию в пятьдесят, числа одни и те же. Без циклов внутри: Maglev — примерно на тысячном вызове, TurboFan — на десяти–пятнадцати тысячах. А если внутри цикл по двумстам объектам, каждый вызов идёт за сотню: Maglev — на шестидесятом вызове, TurboFan — на полуторатысячном. По времени у всех одно и то же: до вершины лестницы горячая функция добирается за первые две–пять миллисекунд работы. Запоминать числа не нужно; нужно одно: функция, которую сервис зовёт на каждый запрос, окажется наверху почти сразу.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Компиляция дорогая, поэтому движок и ждёт: она окупается только на горячем коде. Подчеркну: это одна функция на разных ярусах, не A против B. Лестница у A и B одна.</a:t>
            </a:r>
          </a:p>
          <a:p/>
          <a:p>
            <a:r>
              <a:t>— — —</a:t>
            </a:r>
          </a:p>
          <a:p>
            <a:r>
              <a:t>ДЕМО: Числа из `docker/tier-bench.js`.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ячейках.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три с половиной миллисекунды, у B занимает одиннадцать. Размер батча ни при чём: 500 и 5000 дают одни и те же проценты. Ручка одна — число чтений. Доля парсинга падает с двух третей запроса у A при одном проходе до десяти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1.3–1.6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мы дошли до шестого шага — сервер: 2302 против 1180. В шапке справа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возвращаемся назад — к тому, что было до первого вызова: откуда вообще взялся текст функции. В шапке справа с первой минуты висит пустая строка «автор».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На экране запись одной такой генерации: тикет, ответ агента, прибор. А мы посмотрим сразу на тридцать.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Та генерация с записи — она такая же: восемь форм, MEGA, литерал плюс три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В шапке справа появился автор B — агент без правил, тридцать из тридцати.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это восьмой шаг — корпус: живое и мёртвое лежат рядом.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назад, к автору текста, мы дошли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одна страница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Четыре правила туда помещаются — это меньше, чем правила про отступы, которые там уже лежат. И в шапке справа закрылся последний знак вопроса: автор A — тот же агент, с файлом правил, тридцать из тридцати.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На ней две развилки, и обе сходятся в одном месте — в файле с функцией. Первую развилку задаёт форма при сборке объекта: одна форма — быстрый путь на любом ярусе и в любой версии, восемь — общий путь через словарь. Вторую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Одного шага на карте нет — билдера.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сместилась: раньше человек писал функцию, теперь он пишет файл перед агентом и проверяет форму после. Там, где человек сделал обе половины,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Верхняя строка, A. Одна форма при сборке — место чтения MONO — ставка сыграла, быстрый путь вшит — 2302 запросов в секунду — автор: агент с файлом правил. Нижняя строка,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 (без фоновой компиляции — 511 и ~10 600, это номиналы). С циклом по 200 объектам внутри — ~60 и ~1500. По времени одинаково: первые 2–5 миллисекунд горячей работы.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считаются вызовы и витки циклов внутри, размер функции ни при чём: без циклов — TurboFan к ~10–15 тыс. вызовов, с циклом по 200 объектам — к ~1500 · по времени — первые 2–5 мс работы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20116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281928" y="1353312"/>
            <a:ext cx="2770632" cy="168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×13</a:t>
            </a:r>
          </a:p>
          <a:p>
            <a:pPr algn="ctr"/>
            <a:r>
              <a:rPr sz="2200" b="0">
                <a:solidFill>
                  <a:srgbClr val="1E5B28"/>
                </a:solidFill>
                <a:latin typeface="X5 Sans"/>
              </a:rPr>
              <a:t>от интерпретатора до вершины</a:t>
            </a:r>
          </a:p>
        </p:txBody>
      </p:sp>
      <p:sp>
        <p:nvSpPr>
          <p:cNvPr id="10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07608" y="3383280"/>
            <a:ext cx="331927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144768" y="3465576"/>
            <a:ext cx="304495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434840"/>
            <a:ext cx="3319272" cy="9601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44768" y="4517136"/>
            <a:ext cx="304495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одна функция, не A против B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скачок дают оптимизирующие ярусы · на arm64 Sparkplug на этой функции вышел медленнее интерпретатора — показано как намерено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1" name="TextBox 1110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Oval 11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Rounded Rectangle 1122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7" name="TextBox 1126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Rounded Rectangle 1132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Rounded Rectangle 1135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TextBox 1136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38" name="Connector 1137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ounded Rectangle 1138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1" name="Connector 1140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4" name="Rounded Rectangle 1143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1" name="TextBox 1130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Oval 112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2" name="Chart 1141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Oval 113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TextBox 114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48" name="Chart 1147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TextBox 1155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6" name="Rounded Rectangle 115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1" name="Connector 116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2" name="Oval 116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TextBox 117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5" name="Rounded Rectangle 1174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2" name="TextBox 1181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5" name="Rounded Rectangle 11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TextBox 11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0" name="Connector 11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1" name="Oval 11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TextBox 11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TextBox 11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9" name="Connector 11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0" name="Oval 11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8" name="TextBox 1197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5" name="TextBox 1204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6" name="TextBox 1205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в шапке: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2" name="TextBox 11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6" name="Connector 12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Oval 12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0" name="Connector 121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1" name="Oval 122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TextBox 123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0" name="TextBox 1239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0" name="Connector 122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1" name="Oval 123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TextBox 124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4" name="TextBox 1243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0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5" name="TextBox 1244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6" name="Connector 12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Oval 12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TextBox 12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0" name="Rounded Rectangle 1259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4" name="Connector 12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5" name="Oval 12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TextBox 12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68" name="Connector 126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" name="Oval 126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3" name="Connector 128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4" name="Oval 128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TextBox 129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7" name="Connector 1296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8" name="TextBox 1297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1" name="Connector 1300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2" name="TextBox 1301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5" name="Connector 1304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6" name="TextBox 1305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09" name="Connector 1308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0" name="TextBox 1309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311" name="Rounded Rectangle 1310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3" name="Connector 1312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4" name="TextBox 1313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TextBox 1317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TextBox 1321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считаются вызовы и витки циклов внутри, размер функции ни при чём: без циклов — TurboFan к ~10–15 тыс. вызовов, с циклом по 200 объектам — к ~1500 · по времени — первые 2–5 мс работы</a:t>
            </a:r>
          </a:p>
        </p:txBody>
      </p:sp>
      <p:sp>
        <p:nvSpPr>
          <p:cNvPr id="127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3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6" name="TextBox 1325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4" name="Connector 129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5" name="Oval 129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4" name="Chart 1313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8" name="TextBox 1317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Oval 13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2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Oval 13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2" name="Rounded Rectangle 1341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TextBox 1342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7" name="Oval 1346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6" name="Oval 1355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0" name="Rounded Rectangle 1359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5" name="Diamond 1364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Oval 1365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7" name="TextBox 1366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5" name="Oval 1374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4" name="Diamond 1383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Oval 1384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4" name="Oval 1393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98" name="Rounded Rectangle 1397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9" name="TextBox 1398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3" name="Oval 1402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2" name="Diamond 1411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Oval 1412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4" name="TextBox 1413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6" name="TextBox 1415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7" name="Rounded Rectangle 1416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8" name="TextBox 1417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2" name="Oval 1421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1" name="Oval 1430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Oval 1431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3" name="TextBox 1432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6" name="Rounded Rectangle 1435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7" name="TextBox 1436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1" name="Oval 1440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2" name="TextBox 1441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5" name="Rounded Rectangle 1444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6" name="TextBox 1445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49" name="TextBox 1448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0" name="TextBox 1449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1" name="TextBox 1450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9" name="Connector 13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Oval 13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TextBox 1343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9" name="Connector 13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Oval 13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TextBox 1352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0" name="Connector 13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1" name="Oval 13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6" name="TextBox 1365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68" name="Connector 1367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9" name="Rounded Rectangle 1368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3" name="Oval 1372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7" name="Rounded Rectangle 1376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2" name="Oval 1381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6" name="Rounded Rectangle 1385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TextBox 1386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1" name="Oval 1390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5" name="Rounded Rectangle 1394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6" name="TextBox 1395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0" name="Diamond 1399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Oval 1400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2" name="TextBox 1401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5" name="Rounded Rectangle 1404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0" name="Oval 1409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1" name="TextBox 1410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19" name="Diamond 1418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Oval 1419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1" name="TextBox 1420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2" name="TextBox 1421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28" name="TextBox 1427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29" name="Oval 1428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0" name="TextBox 1429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1" name="TextBox 1430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3" name="Rounded Rectangle 1432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TextBox 1433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38" name="Oval 1437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2" name="Rounded Rectangle 1441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3" name="TextBox 1442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7" name="Diamond 1446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Oval 1447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9" name="TextBox 1448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2" name="Rounded Rectangle 1451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3" name="TextBox 1452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7" name="Oval 1456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8" name="TextBox 1457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1" name="Rounded Rectangle 1460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2" name="TextBox 1461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TextBox 1464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6" name="Oval 1465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7" name="TextBox 1466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68" name="TextBox 1467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0" name="Rounded Rectangle 1469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1" name="TextBox 1470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5" name="Oval 1474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6" name="Oval 1475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7" name="TextBox 1476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1" name="TextBox 1480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7" name="Picture 134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612647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3474720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8" name="TextBox 1347"/>
          <p:cNvSpPr txBox="1"/>
          <p:nvPr/>
        </p:nvSpPr>
        <p:spPr>
          <a:xfrm>
            <a:off x="6336792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9" name="TextBox 1348"/>
          <p:cNvSpPr txBox="1"/>
          <p:nvPr/>
        </p:nvSpPr>
        <p:spPr>
          <a:xfrm>
            <a:off x="9198864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612647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3474720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6336792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84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9198864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